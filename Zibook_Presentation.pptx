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Zibook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Projet de Fin d'Études</a:t>
            </a:r>
          </a:p>
          <a:p>
            <a:r>
              <a:t>Plateforme e-commerce de livres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Contexte : croissance du commerce en ligne</a:t>
            </a:r>
          </a:p>
          <a:p>
            <a:r>
              <a:t>• Problématique : achat de livres peu optimisé</a:t>
            </a:r>
          </a:p>
          <a:p>
            <a:r>
              <a:t>• Solution : plateforme moderne et sécurisée</a:t>
            </a:r>
          </a:p>
          <a:p>
            <a:r>
              <a:t>• Objectif : améliorer l’expérience client et la gestion des commandes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 du projet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Catalogue de livres dynamique</a:t>
            </a:r>
          </a:p>
          <a:p>
            <a:r>
              <a:t>• Panier et gestion des quantités</a:t>
            </a:r>
          </a:p>
          <a:p>
            <a:r>
              <a:t>• Authentification utilisateur</a:t>
            </a:r>
          </a:p>
          <a:p>
            <a:r>
              <a:t>• Commandes COD et Stripe</a:t>
            </a:r>
          </a:p>
          <a:p>
            <a:r>
              <a:t>• Tableau de bord admin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technique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 : React + Vite</a:t>
            </a:r>
          </a:p>
          <a:p>
            <a:r>
              <a:t>Backend : Node.js + Express</a:t>
            </a:r>
          </a:p>
          <a:p>
            <a:r>
              <a:t>Base de données : MongoDB</a:t>
            </a:r>
          </a:p>
          <a:p>
            <a:r>
              <a:t>Paiement : Stripe</a:t>
            </a:r>
          </a:p>
          <a:p>
            <a:r>
              <a:t>Stockage média : Cloudinary</a:t>
            </a:r>
          </a:p>
          <a:p>
            <a:r>
              <a:t>Sécurité : JWT + cookies + bcrypt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Fonctionnalités principales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Recherche et filtrage des livres</a:t>
            </a:r>
          </a:p>
          <a:p>
            <a:r>
              <a:t>• Ajout au panier</a:t>
            </a:r>
          </a:p>
          <a:p>
            <a:r>
              <a:t>• Gestion des adresses</a:t>
            </a:r>
          </a:p>
          <a:p>
            <a:r>
              <a:t>• Commande et suivi</a:t>
            </a:r>
          </a:p>
          <a:p>
            <a:r>
              <a:t>• Historique des commandes</a:t>
            </a:r>
          </a:p>
          <a:p>
            <a:r>
              <a:t>• Interface administrateur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Défis et résultats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Défis : intégration API/UX, sécurité, paiement</a:t>
            </a:r>
          </a:p>
          <a:p>
            <a:r>
              <a:t>• Résultats : application fonctionnelle et moderne</a:t>
            </a:r>
          </a:p>
          <a:p>
            <a:r>
              <a:t>• Valeur ajoutée : expérience d’achat fluide</a:t>
            </a:r>
          </a:p>
          <a:p>
            <a:r>
              <a:t>• Perspectives : amélioration du marketing et de l’analyse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Zibook offre une solution e-commerce complète pour la vente de livres en ligne, avec une architecture scalable, sécurisée et orientée utilisateur.</a:t>
            </a:r>
          </a:p>
          <a:p/>
          <a:p>
            <a:r>
              <a:t>Le projet valide la capacité à concevoir et développer une application web Full Stack fiable et professionnelle.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